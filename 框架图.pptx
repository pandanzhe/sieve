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AF2"/>
    <a:srgbClr val="F3F9F1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400050" y="257175"/>
            <a:ext cx="11391900" cy="6343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87645" y="1403985"/>
            <a:ext cx="1252855" cy="462915"/>
          </a:xfrm>
          <a:prstGeom prst="rect">
            <a:avLst/>
          </a:prstGeom>
          <a:solidFill>
            <a:srgbClr val="F3F9F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8" name="直接箭头连接符 7"/>
          <p:cNvCxnSpPr>
            <a:stCxn id="5" idx="1"/>
          </p:cNvCxnSpPr>
          <p:nvPr/>
        </p:nvCxnSpPr>
        <p:spPr>
          <a:xfrm>
            <a:off x="5287645" y="1635760"/>
            <a:ext cx="1180465" cy="10160"/>
          </a:xfrm>
          <a:prstGeom prst="straightConnector1">
            <a:avLst/>
          </a:prstGeom>
          <a:ln w="12700" cap="flat" cmpd="sng" algn="ctr">
            <a:solidFill>
              <a:schemeClr val="tx2">
                <a:lumMod val="75000"/>
              </a:schemeClr>
            </a:solidFill>
            <a:prstDash val="dash"/>
            <a:miter lim="800000"/>
            <a:headEnd type="none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67020" y="1185545"/>
            <a:ext cx="1101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/>
              <a:t>转移</a:t>
            </a:r>
            <a:endParaRPr lang="zh-CN" altLang="en-US" sz="1200" b="1"/>
          </a:p>
          <a:p>
            <a:pPr algn="ctr"/>
            <a:r>
              <a:rPr lang="zh-CN" altLang="en-US" sz="1200" b="1"/>
              <a:t>（仅表示指向）</a:t>
            </a:r>
            <a:endParaRPr lang="en-US" altLang="zh-CN" sz="1200" b="1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WPS 演示</Application>
  <PresentationFormat>宽屏</PresentationFormat>
  <Paragraphs>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李靖</cp:lastModifiedBy>
  <cp:revision>157</cp:revision>
  <dcterms:created xsi:type="dcterms:W3CDTF">2019-06-19T02:08:00Z</dcterms:created>
  <dcterms:modified xsi:type="dcterms:W3CDTF">2026-07-23T04:04:32Z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4F89D325E530465799A1DE6BC618337C_11</vt:lpwstr>
  </property>
</Properties>
</file>